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0FXydiViGU0v+lWeshwL9Q==" hashData="sIAfgh/VS0Dj/yQulu1wtwo0Y41qYdTehv8/BG8QeqShj3LRWLGG/vY8Goq784HFm83qPAWx4CyXegvKKEDYX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C4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295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github.com/Sakpal2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5544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Data Analysis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 on policies, premiums and claims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Umesh Sakpal  |  Power BI Developer &amp; Data Analyst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premiums, coverage and claims move across policy types, age groups and claim status.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customer and claim records: policy number, age, gender, coverage, premium, start and end dates, policy type, claim status.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20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pages. Slicers on policy, claim and customer. Role-based access with RLS.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520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Desktop, Power Query, DAX.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4" name="Image 0" descr="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5669280" cy="32232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1430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1234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5.98M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224028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600.55M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333756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16.91M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paid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policy number, claim number, customer ID, gender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73152" cy="7315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43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1430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data types. Conditional column for groups. Merged queries to join tables.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62200"/>
            <a:ext cx="73152" cy="7315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622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3622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limit the rows each user can see.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595601"/>
            <a:ext cx="73152" cy="66501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595601"/>
            <a:ext cx="2011680" cy="66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3595601"/>
            <a:ext cx="5852160" cy="66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donut, ribbon, area chart and matrix, with slicers.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8862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premium: 2.5M of 5.98M, about 42%.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4.4K claims, the largest group, ahead of Settled 3.4K and Pending 2.3K.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90.85% of policies are active. 9.15% are inactive.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5661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claim most: 8.8M. Elder 6.4M. Young Adult 1.7M.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45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umeshsakpal14@gmail.com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08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</a:t>
            </a: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Sakpal23</a:t>
            </a:r>
            <a:endParaRPr lang="en-US" dirty="0">
              <a:solidFill>
                <a:srgbClr val="2EC4B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244</Words>
  <Application>Microsoft Office PowerPoint</Application>
  <PresentationFormat>On-screen Show (16:9)</PresentationFormat>
  <Paragraphs>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Data Analysis</dc:title>
  <dc:subject>PptxGenJS Presentation</dc:subject>
  <dc:creator>PptxGenJS</dc:creator>
  <cp:lastModifiedBy>Umesh Sakpal</cp:lastModifiedBy>
  <cp:revision>2</cp:revision>
  <dcterms:created xsi:type="dcterms:W3CDTF">2026-10-28T10:35:35Z</dcterms:created>
  <dcterms:modified xsi:type="dcterms:W3CDTF">2026-10-28T10:49:51Z</dcterms:modified>
</cp:coreProperties>
</file>